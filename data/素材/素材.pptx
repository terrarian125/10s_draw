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8" autoAdjust="0"/>
    <p:restoredTop sz="94660"/>
  </p:normalViewPr>
  <p:slideViewPr>
    <p:cSldViewPr snapToGrid="0">
      <p:cViewPr varScale="1">
        <p:scale>
          <a:sx n="54" d="100"/>
          <a:sy n="54" d="100"/>
        </p:scale>
        <p:origin x="6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2D5387-757E-0E2E-7F0D-28C309D9B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D670331-1644-287A-DF9D-3A346B1937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F27A7A-EC55-629C-21D3-958C3646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C9E1-D2D2-4A68-9D95-1B0721B405CF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08CDC9-1991-0F3E-7491-B27EB4E05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EC3579-218D-E4FC-C897-AB3EF7184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3262-1D81-461D-AED4-A6F55F9527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4828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99FEFF-69D4-4A0A-EA44-B584BDA3B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24391B0-C764-4D6F-0881-373E05A3B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D98DDD-D6F2-1311-182E-306CDE291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C9E1-D2D2-4A68-9D95-1B0721B405CF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270F10-D864-88DB-1FDB-E9FAD0C8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4DE4F7-33DE-1429-7269-713F26EB2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3262-1D81-461D-AED4-A6F55F9527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5022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843092-6974-B5CB-A80B-03132D43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D602DA9-FFAB-C308-E161-3FA77D01D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DD4CB8-A6F1-E2A7-EBFE-306227682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C9E1-D2D2-4A68-9D95-1B0721B405CF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500384-D3E5-945E-1CDE-54339A07F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39A3B6-C1DD-9C64-087E-CBF4F93D3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3262-1D81-461D-AED4-A6F55F9527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1947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92CCFA-CDE2-CCCE-5F60-E6B514026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631C21-EAB7-8C26-877F-897A290670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733477C-9570-A2A4-30A3-F024CFE9D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7544BD6-65EB-C82E-3507-FF453819C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C9E1-D2D2-4A68-9D95-1B0721B405CF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D9F9F43-BD56-E8C5-C039-048551165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F09D5BF-CF5A-0F05-DC0D-8D0A6F0D7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3262-1D81-461D-AED4-A6F55F9527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8663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D7A92D-3E75-A3D4-7750-09CD9E22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7332652-AEA5-4C1B-C9E8-94284357E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5DFB1EA-CFC3-C4A1-5E1E-AFD2C0BD1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6786AEB-2BAF-B0E8-C880-A71DBE473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C5382A4-119C-4C83-93F4-9BB2EF8A50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FCA24D8-9F0D-7332-B4DC-22FCAA79D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C9E1-D2D2-4A68-9D95-1B0721B405CF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2A309C7-7574-9878-F17C-DD6E0F86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2634199-97BC-CAC4-8512-CE3EC8189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3262-1D81-461D-AED4-A6F55F9527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3795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6FF595-34C4-3BF9-DAB7-8DEDBCB68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5D5F18A-650A-4A27-B971-0D939914E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C9E1-D2D2-4A68-9D95-1B0721B405CF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A906C36-1405-CD8C-5A78-0CB7C53B9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1CD849F-4F10-9AE4-2439-0CEBE1A08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3262-1D81-461D-AED4-A6F55F9527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8316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916471C-A62E-8767-821C-16A7EEFD8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C9E1-D2D2-4A68-9D95-1B0721B405CF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7FF38FE-F9A3-8671-2009-CDD03B10E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1439322-D874-EB01-7786-DABB9D9A6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3262-1D81-461D-AED4-A6F55F9527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7194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0E8854-C356-2029-1362-749D380F2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12AAC1-D498-298B-1DDB-0343FB31A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E6093B8-C697-544C-9361-7825F9157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BBF3292-36F0-EC5C-F90D-1D129AB48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C9E1-D2D2-4A68-9D95-1B0721B405CF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90BBCF0-1038-EDD8-4A50-286694340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5FA019A-B05C-FABA-1A75-442EB8D7F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3262-1D81-461D-AED4-A6F55F9527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4207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BC1A79-CB09-1947-4198-E51572176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C81D3DF-0632-2880-436E-CED398AB4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B061B44-DB99-C656-A074-3CB039CDD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AFFCC7D-822B-2DAD-6BE1-B74D588D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C9E1-D2D2-4A68-9D95-1B0721B405CF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CD84E10-1469-04FA-3572-BC5E6BBB6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073DC8-DC11-EB08-54EC-CD079CAF4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3262-1D81-461D-AED4-A6F55F9527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7697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4E1481-1CDD-D48B-6468-E3AEF9041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1ECFF33-C28C-D049-BE9B-E3CDD7EF5F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DC5439-096A-8E10-8803-7CCF085BD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C9E1-D2D2-4A68-9D95-1B0721B405CF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2E8880-2166-A818-D01F-896472DF5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FA966D-6BD7-2B24-1570-0046BDE85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3262-1D81-461D-AED4-A6F55F9527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3350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4485EF6-7FF1-BAD9-C103-D8CB6ADA2D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E5276E7-09E8-548E-9604-934B0F58C6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8DA4E9-E4B7-9336-E0FD-E2CC6E1D6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C9E1-D2D2-4A68-9D95-1B0721B405CF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668F2D-AC96-CBD2-ABED-8A50E8F8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3F0A12-105E-6997-EA69-F3431BC47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3262-1D81-461D-AED4-A6F55F9527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9628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7761BD0-B83B-3F31-1CE6-94A821417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443B440-AC13-2454-66B7-D81453768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2A0FE0-CE32-95E9-511B-16A85CE918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4DC9E1-D2D2-4A68-9D95-1B0721B405CF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021ACA-1BE7-F9F3-7BDF-6298C59A95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B58168-689A-C6B7-8DCD-5219E68F56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A3262-1D81-461D-AED4-A6F55F9527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6596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BFC704EC-351A-B371-D003-8EB4D3D0488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rcRect r="4407" b="11531"/>
          <a:stretch>
            <a:fillRect/>
          </a:stretch>
        </p:blipFill>
        <p:spPr>
          <a:xfrm>
            <a:off x="0" y="-149755"/>
            <a:ext cx="3994150" cy="4928659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ABA2116-B450-CBD0-CD22-4ECC6ED12AF9}"/>
              </a:ext>
            </a:extLst>
          </p:cNvPr>
          <p:cNvSpPr/>
          <p:nvPr/>
        </p:nvSpPr>
        <p:spPr>
          <a:xfrm>
            <a:off x="987426" y="1228725"/>
            <a:ext cx="2200275" cy="300037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3200" dirty="0">
              <a:latin typeface="Rye" panose="020E0803070500060000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36DD622-F822-9B2A-6A41-AB35C9B1ABE7}"/>
              </a:ext>
            </a:extLst>
          </p:cNvPr>
          <p:cNvSpPr txBox="1"/>
          <p:nvPr/>
        </p:nvSpPr>
        <p:spPr>
          <a:xfrm>
            <a:off x="1106364" y="705504"/>
            <a:ext cx="1962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Rye" panose="020E0803070500060000" pitchFamily="34" charset="0"/>
              </a:rPr>
              <a:t>How to play </a:t>
            </a:r>
            <a:r>
              <a:rPr lang="en-US" altLang="ja-JP" sz="2000" i="1" dirty="0">
                <a:latin typeface="Rye" panose="020E0803070500060000" pitchFamily="34" charset="0"/>
              </a:rPr>
              <a:t>I</a:t>
            </a:r>
            <a:endParaRPr kumimoji="1" lang="ja-JP" altLang="en-US" sz="2000" dirty="0">
              <a:latin typeface="Rye" panose="020E0803070500060000" pitchFamily="34" charset="0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A49B644E-29C5-1D61-2D47-8571E1EDAC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rcRect r="4407" b="11531"/>
          <a:stretch>
            <a:fillRect/>
          </a:stretch>
        </p:blipFill>
        <p:spPr>
          <a:xfrm>
            <a:off x="3209926" y="-149755"/>
            <a:ext cx="3994150" cy="4928659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FDF5F31-C4AE-88AB-CE06-0359BAD200C6}"/>
              </a:ext>
            </a:extLst>
          </p:cNvPr>
          <p:cNvSpPr/>
          <p:nvPr/>
        </p:nvSpPr>
        <p:spPr>
          <a:xfrm>
            <a:off x="4197352" y="1228725"/>
            <a:ext cx="2200275" cy="300037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12D6223-43C9-35F7-C76C-DCA4CEA748B8}"/>
              </a:ext>
            </a:extLst>
          </p:cNvPr>
          <p:cNvSpPr txBox="1"/>
          <p:nvPr/>
        </p:nvSpPr>
        <p:spPr>
          <a:xfrm>
            <a:off x="4323020" y="705504"/>
            <a:ext cx="20746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Rye" panose="020E0803070500060000" pitchFamily="34" charset="0"/>
              </a:rPr>
              <a:t>How to play </a:t>
            </a:r>
            <a:r>
              <a:rPr lang="en-US" altLang="ja-JP" sz="2000" i="1" dirty="0">
                <a:latin typeface="Rye" panose="020E0803070500060000" pitchFamily="34" charset="0"/>
              </a:rPr>
              <a:t>II</a:t>
            </a:r>
            <a:endParaRPr kumimoji="1" lang="ja-JP" altLang="en-US" sz="2000" dirty="0">
              <a:latin typeface="Rye" panose="020E0803070500060000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C0B4AAC-57AA-850C-F4AC-8FF229943E74}"/>
              </a:ext>
            </a:extLst>
          </p:cNvPr>
          <p:cNvSpPr txBox="1"/>
          <p:nvPr/>
        </p:nvSpPr>
        <p:spPr>
          <a:xfrm>
            <a:off x="965202" y="1237623"/>
            <a:ext cx="21901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ジャスト</a:t>
            </a:r>
            <a:r>
              <a:rPr kumimoji="1" lang="en-US" altLang="ja-JP" sz="2400" dirty="0">
                <a:latin typeface="Rye" panose="020E0803070500060000" pitchFamily="34" charset="0"/>
                <a:ea typeface="HGS創英ﾌﾟﾚｾﾞﾝｽEB" panose="02020800000000000000" pitchFamily="18" charset="-128"/>
              </a:rPr>
              <a:t>10</a:t>
            </a:r>
            <a:r>
              <a:rPr kumimoji="1" lang="ja-JP" altLang="en-US" sz="2400" dirty="0"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秒</a:t>
            </a:r>
            <a:endParaRPr kumimoji="1" lang="en-US" altLang="ja-JP" sz="2400" dirty="0"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  <a:p>
            <a:r>
              <a:rPr lang="ja-JP" altLang="en-US" sz="2400" dirty="0"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を狙い、撃て</a:t>
            </a:r>
            <a:endParaRPr lang="en-US" altLang="ja-JP" sz="2400" dirty="0"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  <a:p>
            <a:endParaRPr lang="en-US" altLang="ja-JP" sz="2400" dirty="0"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  <a:p>
            <a:endParaRPr lang="en-US" altLang="ja-JP" sz="2400" dirty="0"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8A2D9C6-9387-4232-D758-927AA3B1981B}"/>
              </a:ext>
            </a:extLst>
          </p:cNvPr>
          <p:cNvSpPr txBox="1"/>
          <p:nvPr/>
        </p:nvSpPr>
        <p:spPr>
          <a:xfrm>
            <a:off x="4142800" y="1237623"/>
            <a:ext cx="238658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遅くても悪いが、</a:t>
            </a:r>
            <a:r>
              <a:rPr lang="ja-JP" altLang="en-US" sz="2400" dirty="0"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早すぎるのは</a:t>
            </a:r>
            <a:endParaRPr lang="en-US" altLang="ja-JP" sz="2400" dirty="0"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  <a:p>
            <a:r>
              <a:rPr lang="ja-JP" altLang="en-US" sz="2400" dirty="0"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より許されない</a:t>
            </a:r>
            <a:endParaRPr lang="en-US" altLang="ja-JP" sz="2400" dirty="0"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6554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326FEC4-D6F7-CFD6-4BBF-8771CDFAFB9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rcRect r="4407" b="11531"/>
          <a:stretch>
            <a:fillRect/>
          </a:stretch>
        </p:blipFill>
        <p:spPr>
          <a:xfrm>
            <a:off x="0" y="-149755"/>
            <a:ext cx="3994150" cy="4928659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2DAC78D-CCBE-7200-FDCB-7816CEB9500B}"/>
              </a:ext>
            </a:extLst>
          </p:cNvPr>
          <p:cNvSpPr/>
          <p:nvPr/>
        </p:nvSpPr>
        <p:spPr>
          <a:xfrm>
            <a:off x="987426" y="1228725"/>
            <a:ext cx="2200275" cy="300037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Rye" panose="020E0803070500060000" pitchFamily="34" charset="0"/>
              </a:rPr>
              <a:t>AI</a:t>
            </a:r>
            <a:r>
              <a:rPr kumimoji="1" lang="ja-JP" altLang="en-US" dirty="0"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相手の連戦</a:t>
            </a:r>
            <a:endParaRPr kumimoji="1" lang="en-US" altLang="ja-JP" dirty="0"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  <a:p>
            <a:pPr algn="ctr"/>
            <a:br>
              <a:rPr kumimoji="1" lang="en-US" altLang="ja-JP" sz="800" dirty="0"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</a:br>
            <a:r>
              <a:rPr kumimoji="1" lang="ja-JP" altLang="en-US" dirty="0"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最高難易度の</a:t>
            </a:r>
            <a:endParaRPr kumimoji="1" lang="en-US" altLang="ja-JP" dirty="0"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  <a:p>
            <a:pPr algn="ctr"/>
            <a:r>
              <a:rPr kumimoji="1" lang="ja-JP" altLang="en-US" dirty="0"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突破を目指せ</a:t>
            </a:r>
            <a:endParaRPr kumimoji="1" lang="en-US" altLang="ja-JP" dirty="0"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  <a:p>
            <a:pPr algn="ctr"/>
            <a:endParaRPr lang="en-US" altLang="ja-JP" dirty="0">
              <a:latin typeface="Rye" panose="020E0803070500060000" pitchFamily="34" charset="0"/>
            </a:endParaRPr>
          </a:p>
          <a:p>
            <a:pPr algn="ctr"/>
            <a:endParaRPr kumimoji="1" lang="en-US" altLang="ja-JP" dirty="0">
              <a:latin typeface="Rye" panose="020E0803070500060000" pitchFamily="34" charset="0"/>
            </a:endParaRPr>
          </a:p>
          <a:p>
            <a:pPr algn="ctr"/>
            <a:endParaRPr lang="en-US" altLang="ja-JP" dirty="0">
              <a:latin typeface="Rye" panose="020E0803070500060000" pitchFamily="34" charset="0"/>
            </a:endParaRPr>
          </a:p>
          <a:p>
            <a:pPr algn="ctr"/>
            <a:endParaRPr lang="en-US" altLang="ja-JP" dirty="0">
              <a:latin typeface="Rye" panose="020E0803070500060000" pitchFamily="34" charset="0"/>
            </a:endParaRPr>
          </a:p>
          <a:p>
            <a:pPr algn="ctr"/>
            <a:endParaRPr kumimoji="1" lang="en-US" altLang="ja-JP" dirty="0">
              <a:latin typeface="Rye" panose="020E0803070500060000" pitchFamily="34" charset="0"/>
            </a:endParaRPr>
          </a:p>
          <a:p>
            <a:pPr algn="ctr"/>
            <a:endParaRPr kumimoji="1" lang="ja-JP" altLang="en-US" dirty="0">
              <a:latin typeface="Rye" panose="020E0803070500060000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31CBCDA-DBE5-78EC-98B7-614F65A7AEB4}"/>
              </a:ext>
            </a:extLst>
          </p:cNvPr>
          <p:cNvSpPr txBox="1"/>
          <p:nvPr/>
        </p:nvSpPr>
        <p:spPr>
          <a:xfrm>
            <a:off x="1187700" y="582394"/>
            <a:ext cx="1885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>
                <a:latin typeface="Rye" panose="020E0803070500060000" pitchFamily="34" charset="0"/>
              </a:rPr>
              <a:t>Arcade</a:t>
            </a:r>
            <a:endParaRPr kumimoji="1" lang="ja-JP" altLang="en-US" sz="3600" dirty="0">
              <a:latin typeface="Rye" panose="020E0803070500060000" pitchFamily="34" charset="0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4DD1818-7234-BB0B-0921-048549B48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rcRect r="4407" b="11531"/>
          <a:stretch>
            <a:fillRect/>
          </a:stretch>
        </p:blipFill>
        <p:spPr>
          <a:xfrm>
            <a:off x="3209926" y="-149755"/>
            <a:ext cx="3994150" cy="4928659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BEF8F9A-5EC1-CAEE-FB5E-1499F3EEEB39}"/>
              </a:ext>
            </a:extLst>
          </p:cNvPr>
          <p:cNvSpPr/>
          <p:nvPr/>
        </p:nvSpPr>
        <p:spPr>
          <a:xfrm>
            <a:off x="4197352" y="1228725"/>
            <a:ext cx="2200275" cy="300037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プレイヤー同士の</a:t>
            </a:r>
            <a:endParaRPr lang="en-US" altLang="ja-JP" dirty="0"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  <a:p>
            <a:pPr algn="ctr"/>
            <a:r>
              <a:rPr lang="ja-JP" altLang="en-US" dirty="0"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真剣勝負</a:t>
            </a:r>
            <a:endParaRPr lang="en-US" altLang="ja-JP" dirty="0"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  <a:p>
            <a:pPr algn="ctr"/>
            <a:endParaRPr lang="en-US" altLang="ja-JP" dirty="0"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  <a:p>
            <a:pPr algn="ctr"/>
            <a:endParaRPr lang="en-US" altLang="ja-JP" dirty="0"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  <a:p>
            <a:pPr algn="ctr"/>
            <a:endParaRPr lang="en-US" altLang="ja-JP" dirty="0"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  <a:p>
            <a:pPr algn="ctr"/>
            <a:endParaRPr lang="en-US" altLang="ja-JP" dirty="0"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  <a:p>
            <a:pPr algn="ctr"/>
            <a:endParaRPr kumimoji="1" lang="en-US" altLang="ja-JP" dirty="0"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  <a:p>
            <a:pPr algn="ctr"/>
            <a:endParaRPr lang="en-US" altLang="ja-JP" dirty="0"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  <a:p>
            <a:pPr algn="ctr"/>
            <a:endParaRPr kumimoji="1" lang="en-US" altLang="ja-JP" dirty="0"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  <a:p>
            <a:pPr algn="ctr"/>
            <a:endParaRPr kumimoji="1" lang="ja-JP" altLang="en-US" dirty="0"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980AC12-6062-1526-BD2C-8D353344566E}"/>
              </a:ext>
            </a:extLst>
          </p:cNvPr>
          <p:cNvSpPr txBox="1"/>
          <p:nvPr/>
        </p:nvSpPr>
        <p:spPr>
          <a:xfrm>
            <a:off x="4981576" y="582394"/>
            <a:ext cx="7857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>
                <a:latin typeface="Rye" panose="020E0803070500060000" pitchFamily="34" charset="0"/>
              </a:rPr>
              <a:t>VS</a:t>
            </a:r>
            <a:endParaRPr kumimoji="1" lang="ja-JP" altLang="en-US" sz="3600" dirty="0">
              <a:latin typeface="Rye" panose="020E080307050006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506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43</Words>
  <Application>Microsoft Office PowerPoint</Application>
  <PresentationFormat>ワイド画面</PresentationFormat>
  <Paragraphs>23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HGS創英ﾌﾟﾚｾﾞﾝｽEB</vt:lpstr>
      <vt:lpstr>游ゴシック</vt:lpstr>
      <vt:lpstr>游ゴシック Light</vt:lpstr>
      <vt:lpstr>Arial</vt:lpstr>
      <vt:lpstr>Rye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髙橋 正人</dc:creator>
  <cp:lastModifiedBy>髙橋 正人</cp:lastModifiedBy>
  <cp:revision>1</cp:revision>
  <dcterms:created xsi:type="dcterms:W3CDTF">2026-07-01T05:33:43Z</dcterms:created>
  <dcterms:modified xsi:type="dcterms:W3CDTF">2026-07-01T05:48:51Z</dcterms:modified>
</cp:coreProperties>
</file>